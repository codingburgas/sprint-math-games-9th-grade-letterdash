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7" r:id="rId2"/>
    <p:sldId id="258" r:id="rId3"/>
    <p:sldId id="259" r:id="rId4"/>
    <p:sldId id="256" r:id="rId5"/>
    <p:sldId id="260" r:id="rId6"/>
    <p:sldId id="261" r:id="rId7"/>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8EA9D-67FD-F07B-D769-1844CE6E9A8E}" v="617" dt="2025-12-07T16:33:04.6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7980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82701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76658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3162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02648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06900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35598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8631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42999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34696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82855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271779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03646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92483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132454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76870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03435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12/7/2025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6074670"/>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C197E-1CF4-05CA-B77E-B88E43489BB0}"/>
              </a:ext>
            </a:extLst>
          </p:cNvPr>
          <p:cNvSpPr>
            <a:spLocks noGrp="1"/>
          </p:cNvSpPr>
          <p:nvPr>
            <p:ph type="ctrTitle"/>
          </p:nvPr>
        </p:nvSpPr>
        <p:spPr>
          <a:xfrm>
            <a:off x="1999133" y="2030554"/>
            <a:ext cx="8574622" cy="2393175"/>
          </a:xfrm>
        </p:spPr>
        <p:txBody>
          <a:bodyPr>
            <a:normAutofit/>
          </a:bodyPr>
          <a:lstStyle/>
          <a:p>
            <a:r>
              <a:rPr lang="en-GB" sz="9600" dirty="0"/>
              <a:t>  </a:t>
            </a:r>
            <a:r>
              <a:rPr lang="en-GB" sz="9600" dirty="0" err="1"/>
              <a:t>Letterdash</a:t>
            </a:r>
            <a:br>
              <a:rPr lang="en-GB" sz="9600" dirty="0"/>
            </a:br>
            <a:endParaRPr lang="bg-BG" sz="3600"/>
          </a:p>
        </p:txBody>
      </p:sp>
    </p:spTree>
    <p:extLst>
      <p:ext uri="{BB962C8B-B14F-4D97-AF65-F5344CB8AC3E}">
        <p14:creationId xmlns:p14="http://schemas.microsoft.com/office/powerpoint/2010/main" val="3737636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DA4A8-B494-E9AA-F1D7-208F1B881FB7}"/>
              </a:ext>
            </a:extLst>
          </p:cNvPr>
          <p:cNvSpPr>
            <a:spLocks noGrp="1"/>
          </p:cNvSpPr>
          <p:nvPr>
            <p:ph type="title"/>
          </p:nvPr>
        </p:nvSpPr>
        <p:spPr>
          <a:xfrm>
            <a:off x="684212" y="472893"/>
            <a:ext cx="8534400" cy="1507067"/>
          </a:xfrm>
        </p:spPr>
        <p:txBody>
          <a:bodyPr/>
          <a:lstStyle/>
          <a:p>
            <a:r>
              <a:rPr lang="en-US" dirty="0"/>
              <a:t>Table of contents</a:t>
            </a:r>
            <a:endParaRPr lang="en-US"/>
          </a:p>
        </p:txBody>
      </p:sp>
      <p:sp>
        <p:nvSpPr>
          <p:cNvPr id="3" name="Content Placeholder 2">
            <a:extLst>
              <a:ext uri="{FF2B5EF4-FFF2-40B4-BE49-F238E27FC236}">
                <a16:creationId xmlns:a16="http://schemas.microsoft.com/office/drawing/2014/main" id="{E36186E5-CFCC-EAD1-55CB-F76DC3543ABE}"/>
              </a:ext>
            </a:extLst>
          </p:cNvPr>
          <p:cNvSpPr>
            <a:spLocks noGrp="1"/>
          </p:cNvSpPr>
          <p:nvPr>
            <p:ph idx="1"/>
          </p:nvPr>
        </p:nvSpPr>
        <p:spPr>
          <a:xfrm>
            <a:off x="684212" y="2098287"/>
            <a:ext cx="8534400" cy="3540926"/>
          </a:xfrm>
        </p:spPr>
        <p:txBody>
          <a:bodyPr/>
          <a:lstStyle/>
          <a:p>
            <a:r>
              <a:rPr lang="en-US" dirty="0"/>
              <a:t>1.Our team</a:t>
            </a:r>
          </a:p>
          <a:p>
            <a:pPr>
              <a:buClr>
                <a:srgbClr val="FFFFFF"/>
              </a:buClr>
            </a:pPr>
            <a:r>
              <a:rPr lang="en-US" dirty="0"/>
              <a:t>2.Our goal</a:t>
            </a:r>
          </a:p>
          <a:p>
            <a:pPr>
              <a:buClr>
                <a:srgbClr val="FFFFFF"/>
              </a:buClr>
            </a:pPr>
            <a:r>
              <a:rPr lang="en-US" dirty="0"/>
              <a:t>3.Stages of </a:t>
            </a:r>
            <a:r>
              <a:rPr lang="en-AU" dirty="0"/>
              <a:t>realisation</a:t>
            </a:r>
          </a:p>
          <a:p>
            <a:pPr>
              <a:buClr>
                <a:srgbClr val="FFFFFF"/>
              </a:buClr>
            </a:pPr>
            <a:r>
              <a:rPr lang="en-US" dirty="0"/>
              <a:t>4.</a:t>
            </a:r>
            <a:r>
              <a:rPr lang="en-US" dirty="0">
                <a:ea typeface="+mn-lt"/>
                <a:cs typeface="+mn-lt"/>
              </a:rPr>
              <a:t>Used technologies</a:t>
            </a:r>
            <a:endParaRPr lang="en-US" dirty="0"/>
          </a:p>
          <a:p>
            <a:pPr>
              <a:buClr>
                <a:srgbClr val="FFFFFF"/>
              </a:buClr>
            </a:pPr>
            <a:endParaRPr lang="en-US" dirty="0"/>
          </a:p>
        </p:txBody>
      </p:sp>
    </p:spTree>
    <p:extLst>
      <p:ext uri="{BB962C8B-B14F-4D97-AF65-F5344CB8AC3E}">
        <p14:creationId xmlns:p14="http://schemas.microsoft.com/office/powerpoint/2010/main" val="10684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1150-2660-EB8D-14E8-8B0DC509F2D7}"/>
              </a:ext>
            </a:extLst>
          </p:cNvPr>
          <p:cNvSpPr>
            <a:spLocks noGrp="1"/>
          </p:cNvSpPr>
          <p:nvPr>
            <p:ph type="title"/>
          </p:nvPr>
        </p:nvSpPr>
        <p:spPr>
          <a:xfrm>
            <a:off x="961185" y="593698"/>
            <a:ext cx="8534400" cy="1507067"/>
          </a:xfrm>
        </p:spPr>
        <p:txBody>
          <a:bodyPr/>
          <a:lstStyle/>
          <a:p>
            <a:r>
              <a:rPr lang="en-US" dirty="0"/>
              <a:t>                             Our team</a:t>
            </a:r>
          </a:p>
        </p:txBody>
      </p:sp>
      <p:pic>
        <p:nvPicPr>
          <p:cNvPr id="4" name="Content Placeholder 3">
            <a:extLst>
              <a:ext uri="{FF2B5EF4-FFF2-40B4-BE49-F238E27FC236}">
                <a16:creationId xmlns:a16="http://schemas.microsoft.com/office/drawing/2014/main" id="{FB43CF5A-CB03-B7A3-A38A-9E543D8E5C97}"/>
              </a:ext>
            </a:extLst>
          </p:cNvPr>
          <p:cNvPicPr>
            <a:picLocks noGrp="1" noChangeAspect="1"/>
          </p:cNvPicPr>
          <p:nvPr>
            <p:ph idx="1"/>
          </p:nvPr>
        </p:nvPicPr>
        <p:blipFill>
          <a:blip r:embed="rId2"/>
          <a:stretch>
            <a:fillRect/>
          </a:stretch>
        </p:blipFill>
        <p:spPr>
          <a:xfrm>
            <a:off x="749261" y="2742478"/>
            <a:ext cx="1787911" cy="170427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5" name="TextBox 4">
            <a:extLst>
              <a:ext uri="{FF2B5EF4-FFF2-40B4-BE49-F238E27FC236}">
                <a16:creationId xmlns:a16="http://schemas.microsoft.com/office/drawing/2014/main" id="{3FA879B3-9D8B-61EE-C987-BC3FCB9B3B03}"/>
              </a:ext>
            </a:extLst>
          </p:cNvPr>
          <p:cNvSpPr txBox="1"/>
          <p:nvPr/>
        </p:nvSpPr>
        <p:spPr>
          <a:xfrm>
            <a:off x="957921" y="4557287"/>
            <a:ext cx="27432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az-Cyrl-AZ" b="1">
                <a:solidFill>
                  <a:srgbClr val="FFFFFF"/>
                </a:solidFill>
                <a:latin typeface="Segoe UI"/>
                <a:ea typeface="Segoe UI"/>
                <a:cs typeface="Segoe UI"/>
              </a:rPr>
              <a:t>Юлияна </a:t>
            </a:r>
            <a:endParaRPr lang="en-US">
              <a:solidFill>
                <a:srgbClr val="FFFFFF"/>
              </a:solidFill>
              <a:latin typeface="Century Gothic" panose="020B0502020202020204"/>
              <a:ea typeface="Segoe UI"/>
              <a:cs typeface="Segoe UI"/>
            </a:endParaRPr>
          </a:p>
          <a:p>
            <a:r>
              <a:rPr lang="az-Cyrl-AZ" b="1">
                <a:solidFill>
                  <a:srgbClr val="FFFFFF"/>
                </a:solidFill>
                <a:latin typeface="Segoe UI"/>
                <a:ea typeface="Segoe UI"/>
                <a:cs typeface="Segoe UI"/>
              </a:rPr>
              <a:t>Йорданова           Стойкова</a:t>
            </a:r>
          </a:p>
          <a:p>
            <a:r>
              <a:rPr lang="az-Cyrl-AZ" sz="3600">
                <a:solidFill>
                  <a:srgbClr val="FFFF00"/>
                </a:solidFill>
                <a:ea typeface="+mn-lt"/>
                <a:cs typeface="+mn-lt"/>
              </a:rPr>
              <a:t>Backend</a:t>
            </a:r>
            <a:endParaRPr lang="az-Cyrl-AZ" sz="3600">
              <a:solidFill>
                <a:srgbClr val="FFFF00"/>
              </a:solidFill>
            </a:endParaRPr>
          </a:p>
          <a:p>
            <a:endParaRPr lang="az-Cyrl-AZ" b="1" dirty="0">
              <a:latin typeface="Segoe UI"/>
              <a:cs typeface="Segoe UI"/>
            </a:endParaRPr>
          </a:p>
        </p:txBody>
      </p:sp>
      <p:pic>
        <p:nvPicPr>
          <p:cNvPr id="6" name="Picture 5">
            <a:extLst>
              <a:ext uri="{FF2B5EF4-FFF2-40B4-BE49-F238E27FC236}">
                <a16:creationId xmlns:a16="http://schemas.microsoft.com/office/drawing/2014/main" id="{E0DAF623-788E-E552-3E32-1B500156CABA}"/>
              </a:ext>
            </a:extLst>
          </p:cNvPr>
          <p:cNvPicPr>
            <a:picLocks noChangeAspect="1"/>
          </p:cNvPicPr>
          <p:nvPr/>
        </p:nvPicPr>
        <p:blipFill>
          <a:blip r:embed="rId3"/>
          <a:stretch>
            <a:fillRect/>
          </a:stretch>
        </p:blipFill>
        <p:spPr>
          <a:xfrm>
            <a:off x="3564467" y="2738967"/>
            <a:ext cx="1718733" cy="170815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7" name="TextBox 6">
            <a:extLst>
              <a:ext uri="{FF2B5EF4-FFF2-40B4-BE49-F238E27FC236}">
                <a16:creationId xmlns:a16="http://schemas.microsoft.com/office/drawing/2014/main" id="{63FBF82C-9FC1-850D-81D6-214FAECFF3D5}"/>
              </a:ext>
            </a:extLst>
          </p:cNvPr>
          <p:cNvSpPr txBox="1"/>
          <p:nvPr/>
        </p:nvSpPr>
        <p:spPr>
          <a:xfrm>
            <a:off x="3566583" y="4286249"/>
            <a:ext cx="2743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dirty="0"/>
            </a:br>
            <a:r>
              <a:rPr lang="bg-BG" b="1" dirty="0">
                <a:latin typeface="Segoe UI"/>
                <a:cs typeface="Segoe UI"/>
              </a:rPr>
              <a:t>Владимир </a:t>
            </a:r>
            <a:endParaRPr lang="bg-BG" dirty="0">
              <a:latin typeface="Century Gothic" panose="020B0502020202020204"/>
              <a:cs typeface="Segoe UI"/>
            </a:endParaRPr>
          </a:p>
          <a:p>
            <a:r>
              <a:rPr lang="bg-BG" b="1" dirty="0">
                <a:latin typeface="Segoe UI"/>
                <a:cs typeface="Segoe UI"/>
              </a:rPr>
              <a:t>Иванов </a:t>
            </a:r>
            <a:endParaRPr lang="bg-BG" dirty="0">
              <a:latin typeface="Century Gothic" panose="020B0502020202020204"/>
              <a:cs typeface="Segoe UI"/>
            </a:endParaRPr>
          </a:p>
          <a:p>
            <a:r>
              <a:rPr lang="bg-BG" b="1" dirty="0">
                <a:latin typeface="Segoe UI"/>
                <a:cs typeface="Segoe UI"/>
              </a:rPr>
              <a:t>Косев</a:t>
            </a:r>
          </a:p>
          <a:p>
            <a:r>
              <a:rPr lang="en-AU" sz="3600">
                <a:solidFill>
                  <a:srgbClr val="FFFF00"/>
                </a:solidFill>
                <a:ea typeface="+mn-lt"/>
                <a:cs typeface="+mn-lt"/>
              </a:rPr>
              <a:t>Scrum</a:t>
            </a:r>
            <a:endParaRPr lang="en-AU" sz="3600">
              <a:solidFill>
                <a:srgbClr val="FFFFFF"/>
              </a:solidFill>
            </a:endParaRPr>
          </a:p>
          <a:p>
            <a:endParaRPr lang="bg-BG" b="1" dirty="0">
              <a:latin typeface="Segoe UI"/>
              <a:cs typeface="Segoe UI"/>
            </a:endParaRPr>
          </a:p>
        </p:txBody>
      </p:sp>
      <p:pic>
        <p:nvPicPr>
          <p:cNvPr id="8" name="Picture 7">
            <a:extLst>
              <a:ext uri="{FF2B5EF4-FFF2-40B4-BE49-F238E27FC236}">
                <a16:creationId xmlns:a16="http://schemas.microsoft.com/office/drawing/2014/main" id="{334E9983-99BE-78A3-14D3-878F956A86D8}"/>
              </a:ext>
            </a:extLst>
          </p:cNvPr>
          <p:cNvPicPr>
            <a:picLocks noChangeAspect="1"/>
          </p:cNvPicPr>
          <p:nvPr/>
        </p:nvPicPr>
        <p:blipFill>
          <a:blip r:embed="rId4"/>
          <a:stretch>
            <a:fillRect/>
          </a:stretch>
        </p:blipFill>
        <p:spPr>
          <a:xfrm>
            <a:off x="6019800" y="2813049"/>
            <a:ext cx="1718733" cy="163406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9" name="TextBox 8">
            <a:extLst>
              <a:ext uri="{FF2B5EF4-FFF2-40B4-BE49-F238E27FC236}">
                <a16:creationId xmlns:a16="http://schemas.microsoft.com/office/drawing/2014/main" id="{67777C5C-CF79-B1F9-CAC4-9B4FBC9634AD}"/>
              </a:ext>
            </a:extLst>
          </p:cNvPr>
          <p:cNvSpPr txBox="1"/>
          <p:nvPr/>
        </p:nvSpPr>
        <p:spPr>
          <a:xfrm>
            <a:off x="6021916" y="4561417"/>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a:cs typeface="Segoe UI"/>
              </a:rPr>
              <a:t>Симона </a:t>
            </a:r>
            <a:endParaRPr lang="en-US"/>
          </a:p>
          <a:p>
            <a:r>
              <a:rPr lang="bg-BG" b="1" dirty="0">
                <a:latin typeface="Segoe UI"/>
                <a:cs typeface="Segoe UI"/>
              </a:rPr>
              <a:t>Димова </a:t>
            </a:r>
            <a:endParaRPr lang="bg-BG" dirty="0">
              <a:latin typeface="Century Gothic" panose="020B0502020202020204"/>
              <a:cs typeface="Segoe UI"/>
            </a:endParaRPr>
          </a:p>
          <a:p>
            <a:r>
              <a:rPr lang="bg-BG" b="1" dirty="0">
                <a:latin typeface="Segoe UI"/>
                <a:cs typeface="Segoe UI"/>
              </a:rPr>
              <a:t>Събева</a:t>
            </a:r>
            <a:endParaRPr lang="bg-BG" dirty="0"/>
          </a:p>
          <a:p>
            <a:r>
              <a:rPr lang="en-US" sz="3600">
                <a:solidFill>
                  <a:srgbClr val="FFFF00"/>
                </a:solidFill>
                <a:ea typeface="+mn-lt"/>
                <a:cs typeface="+mn-lt"/>
              </a:rPr>
              <a:t>Designer</a:t>
            </a:r>
          </a:p>
          <a:p>
            <a:pPr algn="l"/>
            <a:endParaRPr lang="en-US" dirty="0"/>
          </a:p>
        </p:txBody>
      </p:sp>
      <p:pic>
        <p:nvPicPr>
          <p:cNvPr id="10" name="Picture 9">
            <a:extLst>
              <a:ext uri="{FF2B5EF4-FFF2-40B4-BE49-F238E27FC236}">
                <a16:creationId xmlns:a16="http://schemas.microsoft.com/office/drawing/2014/main" id="{A8FA7712-2FAA-11FB-D3AD-6269B20615C1}"/>
              </a:ext>
            </a:extLst>
          </p:cNvPr>
          <p:cNvPicPr>
            <a:picLocks noChangeAspect="1"/>
          </p:cNvPicPr>
          <p:nvPr/>
        </p:nvPicPr>
        <p:blipFill>
          <a:blip r:embed="rId5"/>
          <a:stretch>
            <a:fillRect/>
          </a:stretch>
        </p:blipFill>
        <p:spPr>
          <a:xfrm>
            <a:off x="8877301" y="2813050"/>
            <a:ext cx="1718732" cy="163406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11" name="TextBox 10">
            <a:extLst>
              <a:ext uri="{FF2B5EF4-FFF2-40B4-BE49-F238E27FC236}">
                <a16:creationId xmlns:a16="http://schemas.microsoft.com/office/drawing/2014/main" id="{C6FA6715-92B8-4FCB-2DCB-F49A2ECAC799}"/>
              </a:ext>
            </a:extLst>
          </p:cNvPr>
          <p:cNvSpPr txBox="1"/>
          <p:nvPr/>
        </p:nvSpPr>
        <p:spPr>
          <a:xfrm>
            <a:off x="8879417" y="4561416"/>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a:cs typeface="Segoe UI"/>
              </a:rPr>
              <a:t>Кристиан </a:t>
            </a:r>
            <a:endParaRPr lang="en-US"/>
          </a:p>
          <a:p>
            <a:r>
              <a:rPr lang="bg-BG" b="1" dirty="0">
                <a:latin typeface="Segoe UI"/>
                <a:cs typeface="Segoe UI"/>
              </a:rPr>
              <a:t>Миленов </a:t>
            </a:r>
            <a:endParaRPr lang="bg-BG" dirty="0">
              <a:latin typeface="Century Gothic" panose="020B0502020202020204"/>
              <a:cs typeface="Segoe UI"/>
            </a:endParaRPr>
          </a:p>
          <a:p>
            <a:r>
              <a:rPr lang="bg-BG" b="1" dirty="0">
                <a:latin typeface="Segoe UI"/>
                <a:cs typeface="Segoe UI"/>
              </a:rPr>
              <a:t>Динев</a:t>
            </a:r>
            <a:endParaRPr lang="bg-BG" dirty="0"/>
          </a:p>
          <a:p>
            <a:r>
              <a:rPr lang="en-US" sz="3600">
                <a:solidFill>
                  <a:srgbClr val="FFFF00"/>
                </a:solidFill>
                <a:ea typeface="+mn-lt"/>
                <a:cs typeface="+mn-lt"/>
              </a:rPr>
              <a:t>Frontend</a:t>
            </a:r>
          </a:p>
          <a:p>
            <a:pPr algn="l"/>
            <a:endParaRPr lang="en-US" dirty="0"/>
          </a:p>
        </p:txBody>
      </p:sp>
    </p:spTree>
    <p:extLst>
      <p:ext uri="{BB962C8B-B14F-4D97-AF65-F5344CB8AC3E}">
        <p14:creationId xmlns:p14="http://schemas.microsoft.com/office/powerpoint/2010/main" val="872820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ctrTitle"/>
          </p:nvPr>
        </p:nvSpPr>
        <p:spPr>
          <a:xfrm>
            <a:off x="753913" y="850384"/>
            <a:ext cx="4578769" cy="1064321"/>
          </a:xfrm>
        </p:spPr>
        <p:txBody>
          <a:bodyPr>
            <a:normAutofit/>
          </a:bodyPr>
          <a:lstStyle/>
          <a:p>
            <a:r>
              <a:rPr lang="en-US" dirty="0"/>
              <a:t>Our goal:</a:t>
            </a:r>
          </a:p>
        </p:txBody>
      </p:sp>
      <p:sp>
        <p:nvSpPr>
          <p:cNvPr id="3" name="TextBox 2">
            <a:extLst>
              <a:ext uri="{FF2B5EF4-FFF2-40B4-BE49-F238E27FC236}">
                <a16:creationId xmlns:a16="http://schemas.microsoft.com/office/drawing/2014/main" id="{D6519400-7BCC-36CC-1F78-7AAC32CD2158}"/>
              </a:ext>
            </a:extLst>
          </p:cNvPr>
          <p:cNvSpPr txBox="1"/>
          <p:nvPr/>
        </p:nvSpPr>
        <p:spPr>
          <a:xfrm>
            <a:off x="750900" y="2219144"/>
            <a:ext cx="7641166"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err="1">
                <a:ea typeface="+mn-lt"/>
                <a:cs typeface="+mn-lt"/>
              </a:rPr>
              <a:t>Letterdash</a:t>
            </a:r>
            <a:r>
              <a:rPr lang="en-US" sz="3200" dirty="0">
                <a:ea typeface="+mn-lt"/>
                <a:cs typeface="+mn-lt"/>
              </a:rPr>
              <a:t> is a thrilling word-guessing game that reimagines the classic hangman challenge with speed, style, and strategy. Players race against the clock to uncover hidden words by guessing letters, but every wrong move brings them closer to defeat.</a:t>
            </a:r>
            <a:endParaRPr lang="en-US" sz="3200" dirty="0"/>
          </a:p>
        </p:txBody>
      </p:sp>
    </p:spTree>
    <p:extLst>
      <p:ext uri="{BB962C8B-B14F-4D97-AF65-F5344CB8AC3E}">
        <p14:creationId xmlns:p14="http://schemas.microsoft.com/office/powerpoint/2010/main" val="1748730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CA29DF-EC53-CE64-524D-A9059599E51A}"/>
              </a:ext>
            </a:extLst>
          </p:cNvPr>
          <p:cNvSpPr/>
          <p:nvPr/>
        </p:nvSpPr>
        <p:spPr>
          <a:xfrm>
            <a:off x="624417" y="3429001"/>
            <a:ext cx="2540000" cy="9842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5A00F-434A-7955-D5E3-3FBBC0096286}"/>
              </a:ext>
            </a:extLst>
          </p:cNvPr>
          <p:cNvSpPr>
            <a:spLocks noGrp="1"/>
          </p:cNvSpPr>
          <p:nvPr>
            <p:ph type="title"/>
          </p:nvPr>
        </p:nvSpPr>
        <p:spPr>
          <a:xfrm>
            <a:off x="684212" y="444499"/>
            <a:ext cx="8534400" cy="1507067"/>
          </a:xfrm>
        </p:spPr>
        <p:txBody>
          <a:bodyPr/>
          <a:lstStyle/>
          <a:p>
            <a:r>
              <a:rPr lang="en-US" dirty="0"/>
              <a:t>Stages of </a:t>
            </a:r>
            <a:r>
              <a:rPr lang="en-US" dirty="0" err="1"/>
              <a:t>realisetion</a:t>
            </a:r>
            <a:r>
              <a:rPr lang="en-US" dirty="0"/>
              <a:t>:</a:t>
            </a:r>
          </a:p>
        </p:txBody>
      </p:sp>
      <p:sp>
        <p:nvSpPr>
          <p:cNvPr id="3" name="Content Placeholder 2">
            <a:extLst>
              <a:ext uri="{FF2B5EF4-FFF2-40B4-BE49-F238E27FC236}">
                <a16:creationId xmlns:a16="http://schemas.microsoft.com/office/drawing/2014/main" id="{416CD540-6A09-ADDF-87EC-F3E059A901A6}"/>
              </a:ext>
            </a:extLst>
          </p:cNvPr>
          <p:cNvSpPr>
            <a:spLocks noGrp="1"/>
          </p:cNvSpPr>
          <p:nvPr>
            <p:ph idx="1"/>
          </p:nvPr>
        </p:nvSpPr>
        <p:spPr>
          <a:xfrm>
            <a:off x="536045" y="2114550"/>
            <a:ext cx="8534400" cy="3615267"/>
          </a:xfrm>
        </p:spPr>
        <p:txBody>
          <a:bodyPr/>
          <a:lstStyle/>
          <a:p>
            <a:pPr marL="0" indent="0">
              <a:buNone/>
            </a:pPr>
            <a:r>
              <a:rPr lang="en-US" sz="3200" dirty="0">
                <a:solidFill>
                  <a:schemeClr val="tx1"/>
                </a:solidFill>
              </a:rPr>
              <a:t>Organization</a:t>
            </a:r>
            <a:endParaRPr lang="en-US" dirty="0">
              <a:solidFill>
                <a:schemeClr val="tx1"/>
              </a:solidFill>
            </a:endParaRPr>
          </a:p>
        </p:txBody>
      </p:sp>
      <p:sp>
        <p:nvSpPr>
          <p:cNvPr id="5" name="Arrow: Right 4">
            <a:extLst>
              <a:ext uri="{FF2B5EF4-FFF2-40B4-BE49-F238E27FC236}">
                <a16:creationId xmlns:a16="http://schemas.microsoft.com/office/drawing/2014/main" id="{DDD23C07-9C11-5B81-1ECA-1385FFAB5F73}"/>
              </a:ext>
            </a:extLst>
          </p:cNvPr>
          <p:cNvSpPr/>
          <p:nvPr/>
        </p:nvSpPr>
        <p:spPr>
          <a:xfrm>
            <a:off x="3428999" y="3619500"/>
            <a:ext cx="899583" cy="4339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B7770A3-C218-ABD6-43D3-DE13E372EBC4}"/>
              </a:ext>
            </a:extLst>
          </p:cNvPr>
          <p:cNvSpPr/>
          <p:nvPr/>
        </p:nvSpPr>
        <p:spPr>
          <a:xfrm>
            <a:off x="4550833" y="3471333"/>
            <a:ext cx="2645833" cy="941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Decide the idea</a:t>
            </a:r>
          </a:p>
        </p:txBody>
      </p:sp>
      <p:sp>
        <p:nvSpPr>
          <p:cNvPr id="8" name="Rectangle 7">
            <a:extLst>
              <a:ext uri="{FF2B5EF4-FFF2-40B4-BE49-F238E27FC236}">
                <a16:creationId xmlns:a16="http://schemas.microsoft.com/office/drawing/2014/main" id="{5BB377BD-A721-B8BB-CDFB-DD643F535E16}"/>
              </a:ext>
            </a:extLst>
          </p:cNvPr>
          <p:cNvSpPr/>
          <p:nvPr/>
        </p:nvSpPr>
        <p:spPr>
          <a:xfrm>
            <a:off x="8932333" y="3450167"/>
            <a:ext cx="2476500" cy="963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Development </a:t>
            </a:r>
          </a:p>
        </p:txBody>
      </p:sp>
      <p:sp>
        <p:nvSpPr>
          <p:cNvPr id="9" name="Arrow: Right 8">
            <a:extLst>
              <a:ext uri="{FF2B5EF4-FFF2-40B4-BE49-F238E27FC236}">
                <a16:creationId xmlns:a16="http://schemas.microsoft.com/office/drawing/2014/main" id="{E4BF8168-C651-A8C0-6578-A42AC9BFE86C}"/>
              </a:ext>
            </a:extLst>
          </p:cNvPr>
          <p:cNvSpPr/>
          <p:nvPr/>
        </p:nvSpPr>
        <p:spPr>
          <a:xfrm>
            <a:off x="7567082" y="3577167"/>
            <a:ext cx="1026583" cy="5185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CA4C3278-74FF-3EA0-3684-FE75491CA629}"/>
              </a:ext>
            </a:extLst>
          </p:cNvPr>
          <p:cNvSpPr/>
          <p:nvPr/>
        </p:nvSpPr>
        <p:spPr>
          <a:xfrm>
            <a:off x="3788832" y="5016499"/>
            <a:ext cx="1079500" cy="5715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2A9FB1B-4645-904F-9A5B-BA35BFBC1E32}"/>
              </a:ext>
            </a:extLst>
          </p:cNvPr>
          <p:cNvSpPr/>
          <p:nvPr/>
        </p:nvSpPr>
        <p:spPr>
          <a:xfrm>
            <a:off x="4953000" y="4783667"/>
            <a:ext cx="2995083" cy="1026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Presentation </a:t>
            </a:r>
            <a:endParaRPr lang="en-US" dirty="0"/>
          </a:p>
        </p:txBody>
      </p:sp>
    </p:spTree>
    <p:extLst>
      <p:ext uri="{BB962C8B-B14F-4D97-AF65-F5344CB8AC3E}">
        <p14:creationId xmlns:p14="http://schemas.microsoft.com/office/powerpoint/2010/main" val="2050046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9F56B-A7EF-4B76-26EF-B10E532712D5}"/>
              </a:ext>
            </a:extLst>
          </p:cNvPr>
          <p:cNvSpPr>
            <a:spLocks noGrp="1"/>
          </p:cNvSpPr>
          <p:nvPr>
            <p:ph type="title"/>
          </p:nvPr>
        </p:nvSpPr>
        <p:spPr>
          <a:xfrm>
            <a:off x="684212" y="687915"/>
            <a:ext cx="8534400" cy="1507067"/>
          </a:xfrm>
        </p:spPr>
        <p:txBody>
          <a:bodyPr/>
          <a:lstStyle/>
          <a:p>
            <a:r>
              <a:rPr lang="en-US" dirty="0"/>
              <a:t>TECHNOLOGIES WE USED:</a:t>
            </a:r>
          </a:p>
        </p:txBody>
      </p:sp>
      <p:pic>
        <p:nvPicPr>
          <p:cNvPr id="4" name="Content Placeholder 3">
            <a:extLst>
              <a:ext uri="{FF2B5EF4-FFF2-40B4-BE49-F238E27FC236}">
                <a16:creationId xmlns:a16="http://schemas.microsoft.com/office/drawing/2014/main" id="{C09F835E-9E90-D44B-16CB-572D70D692CB}"/>
              </a:ext>
            </a:extLst>
          </p:cNvPr>
          <p:cNvPicPr>
            <a:picLocks noGrp="1" noChangeAspect="1"/>
          </p:cNvPicPr>
          <p:nvPr>
            <p:ph idx="1"/>
          </p:nvPr>
        </p:nvPicPr>
        <p:blipFill>
          <a:blip r:embed="rId2"/>
          <a:stretch>
            <a:fillRect/>
          </a:stretch>
        </p:blipFill>
        <p:spPr>
          <a:xfrm>
            <a:off x="546098" y="2353204"/>
            <a:ext cx="2005542" cy="2005542"/>
          </a:xfrm>
          <a:prstGeom prst="rect">
            <a:avLst/>
          </a:prstGeom>
        </p:spPr>
      </p:pic>
      <p:pic>
        <p:nvPicPr>
          <p:cNvPr id="6" name="Picture 5">
            <a:extLst>
              <a:ext uri="{FF2B5EF4-FFF2-40B4-BE49-F238E27FC236}">
                <a16:creationId xmlns:a16="http://schemas.microsoft.com/office/drawing/2014/main" id="{9CE8EEA5-8810-4897-DE12-F040E6E8A477}"/>
              </a:ext>
            </a:extLst>
          </p:cNvPr>
          <p:cNvPicPr>
            <a:picLocks noChangeAspect="1"/>
          </p:cNvPicPr>
          <p:nvPr/>
        </p:nvPicPr>
        <p:blipFill>
          <a:blip r:embed="rId3"/>
          <a:stretch>
            <a:fillRect/>
          </a:stretch>
        </p:blipFill>
        <p:spPr>
          <a:xfrm>
            <a:off x="6296026" y="2233613"/>
            <a:ext cx="2076450" cy="2200275"/>
          </a:xfrm>
          <a:prstGeom prst="rect">
            <a:avLst/>
          </a:prstGeom>
        </p:spPr>
      </p:pic>
      <p:pic>
        <p:nvPicPr>
          <p:cNvPr id="7" name="Picture 6">
            <a:extLst>
              <a:ext uri="{FF2B5EF4-FFF2-40B4-BE49-F238E27FC236}">
                <a16:creationId xmlns:a16="http://schemas.microsoft.com/office/drawing/2014/main" id="{0D39AFC7-72A7-08AE-1B30-CE757D23AEAB}"/>
              </a:ext>
            </a:extLst>
          </p:cNvPr>
          <p:cNvPicPr>
            <a:picLocks noChangeAspect="1"/>
          </p:cNvPicPr>
          <p:nvPr/>
        </p:nvPicPr>
        <p:blipFill>
          <a:blip r:embed="rId4"/>
          <a:stretch>
            <a:fillRect/>
          </a:stretch>
        </p:blipFill>
        <p:spPr>
          <a:xfrm>
            <a:off x="9209088" y="2236788"/>
            <a:ext cx="2219325" cy="2193925"/>
          </a:xfrm>
          <a:prstGeom prst="rect">
            <a:avLst/>
          </a:prstGeom>
        </p:spPr>
      </p:pic>
      <p:pic>
        <p:nvPicPr>
          <p:cNvPr id="8" name="Picture 7">
            <a:extLst>
              <a:ext uri="{FF2B5EF4-FFF2-40B4-BE49-F238E27FC236}">
                <a16:creationId xmlns:a16="http://schemas.microsoft.com/office/drawing/2014/main" id="{F8D15581-0A2D-C4FC-E33A-B81AC1C1C642}"/>
              </a:ext>
            </a:extLst>
          </p:cNvPr>
          <p:cNvPicPr>
            <a:picLocks noChangeAspect="1"/>
          </p:cNvPicPr>
          <p:nvPr/>
        </p:nvPicPr>
        <p:blipFill>
          <a:blip r:embed="rId5"/>
          <a:stretch>
            <a:fillRect/>
          </a:stretch>
        </p:blipFill>
        <p:spPr>
          <a:xfrm>
            <a:off x="4710112" y="4570941"/>
            <a:ext cx="2073275" cy="2139950"/>
          </a:xfrm>
          <a:prstGeom prst="rect">
            <a:avLst/>
          </a:prstGeom>
        </p:spPr>
      </p:pic>
      <p:pic>
        <p:nvPicPr>
          <p:cNvPr id="11" name="Picture 10">
            <a:extLst>
              <a:ext uri="{FF2B5EF4-FFF2-40B4-BE49-F238E27FC236}">
                <a16:creationId xmlns:a16="http://schemas.microsoft.com/office/drawing/2014/main" id="{C5ED600D-4F52-AA80-CFE3-CC3A96380F8A}"/>
              </a:ext>
            </a:extLst>
          </p:cNvPr>
          <p:cNvPicPr>
            <a:picLocks noChangeAspect="1"/>
          </p:cNvPicPr>
          <p:nvPr/>
        </p:nvPicPr>
        <p:blipFill>
          <a:blip r:embed="rId6"/>
          <a:stretch>
            <a:fillRect/>
          </a:stretch>
        </p:blipFill>
        <p:spPr>
          <a:xfrm>
            <a:off x="3463964" y="2222112"/>
            <a:ext cx="2085975" cy="2200042"/>
          </a:xfrm>
          <a:prstGeom prst="rect">
            <a:avLst/>
          </a:prstGeom>
        </p:spPr>
      </p:pic>
    </p:spTree>
    <p:extLst>
      <p:ext uri="{BB962C8B-B14F-4D97-AF65-F5344CB8AC3E}">
        <p14:creationId xmlns:p14="http://schemas.microsoft.com/office/powerpoint/2010/main" val="1657452758"/>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Slice</vt:lpstr>
      <vt:lpstr>  Letterdash </vt:lpstr>
      <vt:lpstr>Table of contents</vt:lpstr>
      <vt:lpstr>                             Our team</vt:lpstr>
      <vt:lpstr>Our goal:</vt:lpstr>
      <vt:lpstr>Stages of realisetion:</vt:lpstr>
      <vt:lpstr>TECHNOLOGIES WE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226</cp:revision>
  <dcterms:created xsi:type="dcterms:W3CDTF">2025-12-06T19:39:23Z</dcterms:created>
  <dcterms:modified xsi:type="dcterms:W3CDTF">2025-12-07T16:33:32Z</dcterms:modified>
</cp:coreProperties>
</file>